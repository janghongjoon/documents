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1" r:id="rId4"/>
    <p:sldId id="260" r:id="rId5"/>
    <p:sldId id="262" r:id="rId6"/>
    <p:sldId id="264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459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4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82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34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4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59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0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4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12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2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11C09-E777-4ED3-A683-91BEA5F8A790}" type="datetimeFigureOut">
              <a:rPr lang="ko-KR" altLang="en-US" smtClean="0"/>
              <a:t>2018-05-21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BE053-0B10-4AD8-BE59-AC91D9AA2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65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1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4103914" y="1412421"/>
            <a:ext cx="3984172" cy="4033157"/>
          </a:xfrm>
          <a:prstGeom prst="ellipse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/>
              <a:t>공모전 발표</a:t>
            </a:r>
            <a:endParaRPr lang="en-US" altLang="ko-KR" sz="3200" dirty="0" smtClean="0"/>
          </a:p>
          <a:p>
            <a:pPr algn="ctr"/>
            <a:endParaRPr lang="en-US" altLang="ko-KR" sz="3200" dirty="0" smtClean="0"/>
          </a:p>
          <a:p>
            <a:pPr algn="ctr"/>
            <a:r>
              <a:rPr lang="en-US" altLang="ko-KR" dirty="0" smtClean="0"/>
              <a:t>Team </a:t>
            </a:r>
            <a:r>
              <a:rPr lang="ko-KR" altLang="en-US" dirty="0" err="1" smtClean="0"/>
              <a:t>결정장애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7833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6139543" y="-48986"/>
            <a:ext cx="6052457" cy="6923314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dirty="0" smtClean="0"/>
              <a:t>도시 구상 요소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sz="1200" dirty="0" smtClean="0"/>
              <a:t>1-1. </a:t>
            </a:r>
            <a:r>
              <a:rPr lang="ko-KR" altLang="en-US" sz="1200" dirty="0" smtClean="0"/>
              <a:t>경찰서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소방서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- </a:t>
            </a:r>
            <a:r>
              <a:rPr lang="ko-KR" altLang="en-US" sz="1200" dirty="0" err="1" smtClean="0"/>
              <a:t>드론</a:t>
            </a:r>
            <a:endParaRPr lang="en-US" altLang="ko-KR" sz="1200" dirty="0" smtClean="0"/>
          </a:p>
          <a:p>
            <a:pPr algn="ctr"/>
            <a:r>
              <a:rPr lang="en-US" altLang="ko-KR" sz="1200" dirty="0" smtClean="0"/>
              <a:t>1-2. </a:t>
            </a:r>
            <a:r>
              <a:rPr lang="ko-KR" altLang="en-US" sz="1200" dirty="0" smtClean="0"/>
              <a:t>병원 </a:t>
            </a:r>
            <a:r>
              <a:rPr lang="en-US" altLang="ko-KR" sz="1200" dirty="0" smtClean="0"/>
              <a:t>- Watson </a:t>
            </a:r>
            <a:r>
              <a:rPr lang="en-US" altLang="ko-KR" sz="1200" dirty="0" smtClean="0"/>
              <a:t>IBM</a:t>
            </a:r>
          </a:p>
          <a:p>
            <a:pPr algn="ctr"/>
            <a:r>
              <a:rPr lang="en-US" altLang="ko-KR" sz="1200" dirty="0" smtClean="0"/>
              <a:t>1-3. </a:t>
            </a:r>
            <a:r>
              <a:rPr lang="ko-KR" altLang="en-US" sz="1200" dirty="0"/>
              <a:t>건물 </a:t>
            </a:r>
            <a:r>
              <a:rPr lang="en-US" altLang="ko-KR" sz="1200" dirty="0"/>
              <a:t>- </a:t>
            </a:r>
            <a:r>
              <a:rPr lang="ko-KR" altLang="en-US" sz="1200" dirty="0"/>
              <a:t>옥상 정원</a:t>
            </a:r>
            <a:r>
              <a:rPr lang="en-US" altLang="ko-KR" sz="1200" dirty="0"/>
              <a:t>, </a:t>
            </a:r>
            <a:r>
              <a:rPr lang="ko-KR" altLang="en-US" sz="1200" dirty="0"/>
              <a:t>태양열 패널</a:t>
            </a:r>
            <a:endParaRPr lang="en-US" altLang="ko-KR" sz="1200" dirty="0"/>
          </a:p>
          <a:p>
            <a:pPr algn="ctr"/>
            <a:r>
              <a:rPr lang="en-US" altLang="ko-KR" sz="1200" dirty="0"/>
              <a:t>1-4. </a:t>
            </a:r>
            <a:r>
              <a:rPr lang="ko-KR" altLang="en-US" sz="1200" dirty="0"/>
              <a:t>교통수단 </a:t>
            </a:r>
            <a:r>
              <a:rPr lang="en-US" altLang="ko-KR" sz="1200" dirty="0"/>
              <a:t>- </a:t>
            </a:r>
            <a:r>
              <a:rPr lang="ko-KR" altLang="en-US" sz="1200" dirty="0"/>
              <a:t>자전거</a:t>
            </a:r>
            <a:r>
              <a:rPr lang="en-US" altLang="ko-KR" sz="1200" dirty="0"/>
              <a:t>, </a:t>
            </a:r>
            <a:r>
              <a:rPr lang="en-US" altLang="ko-KR" sz="1200" dirty="0" smtClean="0"/>
              <a:t>BRT</a:t>
            </a:r>
            <a:endParaRPr lang="en-US" altLang="ko-KR" sz="1200" dirty="0" smtClean="0"/>
          </a:p>
          <a:p>
            <a:pPr algn="ctr"/>
            <a:r>
              <a:rPr lang="en-US" altLang="ko-KR" sz="1200" dirty="0" smtClean="0"/>
              <a:t>1-5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시민증 </a:t>
            </a:r>
            <a:r>
              <a:rPr lang="en-US" altLang="ko-KR" sz="1200" dirty="0"/>
              <a:t>-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다용도 세종 카드</a:t>
            </a:r>
            <a:endParaRPr lang="en-US" altLang="ko-KR" sz="1200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2.  </a:t>
            </a:r>
            <a:r>
              <a:rPr lang="ko-KR" altLang="en-US" dirty="0" smtClean="0"/>
              <a:t>결과물 시연 및 발표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en-US" altLang="ko-KR" sz="1400" dirty="0" smtClean="0"/>
              <a:t>2-1. </a:t>
            </a:r>
            <a:r>
              <a:rPr lang="ko-KR" altLang="en-US" sz="1400" dirty="0" smtClean="0"/>
              <a:t>스카이 라인 기본 사용 방법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2-2. </a:t>
            </a:r>
            <a:r>
              <a:rPr lang="ko-KR" altLang="en-US" sz="1400" dirty="0" smtClean="0"/>
              <a:t>세종시 </a:t>
            </a:r>
            <a:r>
              <a:rPr lang="en-US" altLang="ko-KR" sz="1400" dirty="0" smtClean="0"/>
              <a:t>5-1 </a:t>
            </a:r>
            <a:r>
              <a:rPr lang="ko-KR" altLang="en-US" sz="1400" dirty="0" smtClean="0"/>
              <a:t>미래 도시 시뮬레이션</a:t>
            </a:r>
            <a:endParaRPr lang="en-US" altLang="ko-KR" sz="1400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3. </a:t>
            </a:r>
            <a:r>
              <a:rPr lang="en-US" altLang="ko-KR" dirty="0" err="1" smtClean="0"/>
              <a:t>QnA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ko-KR" altLang="en-US" dirty="0" smtClean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8" t="26094" r="11107" b="40153"/>
          <a:stretch/>
        </p:blipFill>
        <p:spPr>
          <a:xfrm>
            <a:off x="130629" y="2383379"/>
            <a:ext cx="5894614" cy="212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7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1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4103914" y="1412421"/>
            <a:ext cx="3984172" cy="4033157"/>
          </a:xfrm>
          <a:prstGeom prst="ellipse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200" dirty="0" smtClean="0"/>
          </a:p>
          <a:p>
            <a:pPr algn="ctr"/>
            <a:r>
              <a:rPr lang="en-US" altLang="ko-KR" sz="3200" dirty="0" smtClean="0"/>
              <a:t>1 </a:t>
            </a:r>
          </a:p>
          <a:p>
            <a:pPr algn="ctr"/>
            <a:endParaRPr lang="en-US" altLang="ko-KR" sz="3200" dirty="0" smtClean="0"/>
          </a:p>
          <a:p>
            <a:pPr algn="ctr"/>
            <a:r>
              <a:rPr lang="ko-KR" altLang="en-US" dirty="0" smtClean="0"/>
              <a:t>도시 구상 요소</a:t>
            </a:r>
            <a:r>
              <a:rPr lang="en-US" altLang="ko-KR" dirty="0" smtClean="0"/>
              <a:t> </a:t>
            </a:r>
          </a:p>
          <a:p>
            <a:pPr algn="ctr"/>
            <a:endParaRPr lang="en-US" altLang="ko-KR" sz="3200" dirty="0" smtClean="0"/>
          </a:p>
        </p:txBody>
      </p:sp>
    </p:spTree>
    <p:extLst>
      <p:ext uri="{BB962C8B-B14F-4D97-AF65-F5344CB8AC3E}">
        <p14:creationId xmlns:p14="http://schemas.microsoft.com/office/powerpoint/2010/main" val="125453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ê¸ë¼ì´ë ëë¡ 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14" y="1509443"/>
            <a:ext cx="4000500" cy="223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íì¬ ì§ì ëë¡ 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4" y="4166960"/>
            <a:ext cx="4024540" cy="227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899886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1-1.  </a:t>
            </a:r>
            <a:r>
              <a:rPr lang="ko-KR" altLang="en-US" dirty="0" smtClean="0"/>
              <a:t>경찰서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소방서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드론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2" name="오른쪽 화살표 1"/>
          <p:cNvSpPr/>
          <p:nvPr/>
        </p:nvSpPr>
        <p:spPr>
          <a:xfrm>
            <a:off x="5398407" y="1758383"/>
            <a:ext cx="3086100" cy="173990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짧은 비행 시간 보안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5398407" y="4435955"/>
            <a:ext cx="3086100" cy="173990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소화 물질 탑재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207500" y="4435955"/>
            <a:ext cx="243840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자살형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드론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소화 물질을 뿜으며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터짐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207500" y="1910783"/>
            <a:ext cx="243840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글라이더형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드론</a:t>
            </a:r>
            <a:endParaRPr lang="en-US" altLang="ko-KR" dirty="0"/>
          </a:p>
          <a:p>
            <a:pPr algn="ctr"/>
            <a:r>
              <a:rPr lang="en-US" altLang="ko-KR" dirty="0" smtClean="0"/>
              <a:t>(1</a:t>
            </a:r>
            <a:r>
              <a:rPr lang="ko-KR" altLang="en-US" dirty="0" smtClean="0"/>
              <a:t>시간씩 교대로 순찰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402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899886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1-2.  </a:t>
            </a:r>
            <a:r>
              <a:rPr lang="ko-KR" altLang="en-US" dirty="0" smtClean="0"/>
              <a:t>병원 </a:t>
            </a:r>
            <a:r>
              <a:rPr lang="en-US" altLang="ko-KR" dirty="0" smtClean="0"/>
              <a:t>– Watson IBM </a:t>
            </a:r>
            <a:endParaRPr lang="ko-KR" altLang="en-US" dirty="0"/>
          </a:p>
        </p:txBody>
      </p:sp>
      <p:pic>
        <p:nvPicPr>
          <p:cNvPr id="1028" name="Picture 4" descr="http://files.idg.co.kr/ciokr/images/watson_health_infographic_final-100674594-orig-100703360-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422400"/>
            <a:ext cx="4606925" cy="490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오른쪽 화살표 12"/>
          <p:cNvSpPr/>
          <p:nvPr/>
        </p:nvSpPr>
        <p:spPr>
          <a:xfrm>
            <a:off x="5429250" y="3284083"/>
            <a:ext cx="3086100" cy="173990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빅 데이터로 환자의 질병 진료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9118600" y="1870925"/>
            <a:ext cx="2438400" cy="4566217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인력의 오류를 능가하는 더욱 정확한 진료가 가능해진다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아직 발전 단계에 있다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0"/>
            <a:ext cx="12192000" cy="899886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1-3. </a:t>
            </a:r>
            <a:r>
              <a:rPr lang="ko-KR" altLang="en-US" dirty="0"/>
              <a:t>건물 </a:t>
            </a:r>
            <a:r>
              <a:rPr lang="en-US" altLang="ko-KR" dirty="0"/>
              <a:t>- </a:t>
            </a:r>
            <a:r>
              <a:rPr lang="ko-KR" altLang="en-US" dirty="0"/>
              <a:t>옥상 정원</a:t>
            </a:r>
            <a:r>
              <a:rPr lang="en-US" altLang="ko-KR" dirty="0"/>
              <a:t>, </a:t>
            </a:r>
            <a:r>
              <a:rPr lang="ko-KR" altLang="en-US" dirty="0"/>
              <a:t>태양열 패널</a:t>
            </a:r>
            <a:endParaRPr lang="en-US" altLang="ko-KR" dirty="0"/>
          </a:p>
        </p:txBody>
      </p:sp>
      <p:sp>
        <p:nvSpPr>
          <p:cNvPr id="11" name="오른쪽 화살표 10"/>
          <p:cNvSpPr/>
          <p:nvPr/>
        </p:nvSpPr>
        <p:spPr>
          <a:xfrm>
            <a:off x="5492250" y="1599718"/>
            <a:ext cx="3304722" cy="205723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원자력 발전소 등 위험한 전기 생산 대신 친환경 태양열 패널 발전기</a:t>
            </a:r>
            <a:endParaRPr lang="en-US" altLang="ko-KR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9084219" y="1758383"/>
            <a:ext cx="276225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8000"/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친환경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도시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건설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en-US" altLang="ko-KR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508000"/>
            <a:r>
              <a:rPr lang="en-US" altLang="ko-KR" dirty="0" err="1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목표</a:t>
            </a:r>
            <a:r>
              <a:rPr lang="ko-KR" altLang="en-US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의 핵심</a:t>
            </a:r>
            <a:endParaRPr lang="en-US" altLang="ko-KR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508000"/>
            <a:r>
              <a:rPr lang="ko-KR" altLang="en-US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많이 문제되는 원자력 발전소의 폐기물 감소</a:t>
            </a:r>
            <a:endParaRPr lang="ko-KR" altLang="en-US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/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9084219" y="4031782"/>
            <a:ext cx="276225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실내 냉방 전자제품 사용의 감소로 전기 절약과 동시에</a:t>
            </a:r>
            <a:r>
              <a:rPr lang="en-US" altLang="ko-KR" dirty="0"/>
              <a:t> </a:t>
            </a:r>
            <a:r>
              <a:rPr lang="ko-KR" altLang="en-US" dirty="0" smtClean="0"/>
              <a:t>도시 </a:t>
            </a:r>
            <a:r>
              <a:rPr lang="ko-KR" altLang="en-US" dirty="0" err="1" smtClean="0"/>
              <a:t>열섬</a:t>
            </a:r>
            <a:r>
              <a:rPr lang="ko-KR" altLang="en-US" dirty="0" smtClean="0"/>
              <a:t> 문제 해결</a:t>
            </a:r>
            <a:endParaRPr lang="en-US" altLang="ko-KR" dirty="0" smtClean="0"/>
          </a:p>
        </p:txBody>
      </p:sp>
      <p:sp>
        <p:nvSpPr>
          <p:cNvPr id="27" name="오른쪽 화살표 26"/>
          <p:cNvSpPr/>
          <p:nvPr/>
        </p:nvSpPr>
        <p:spPr>
          <a:xfrm>
            <a:off x="5492250" y="3895355"/>
            <a:ext cx="3304722" cy="205723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8000"/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여름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전력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감소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온도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감소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</a:t>
            </a:r>
            <a:endParaRPr lang="ko-KR" altLang="en-US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508000"/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공기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정화</a:t>
            </a:r>
            <a:endParaRPr lang="ko-KR" altLang="en-US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12" name="그림 11" descr="C:/Users/PAUL/AppData/Roaming/PolarisOffice/ETemp/9452_7372056/fImage1279167241.jpe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39" y="1439613"/>
            <a:ext cx="4407535" cy="2377440"/>
          </a:xfrm>
          <a:prstGeom prst="rect">
            <a:avLst/>
          </a:prstGeom>
          <a:noFill/>
        </p:spPr>
      </p:pic>
      <p:pic>
        <p:nvPicPr>
          <p:cNvPr id="13" name="그림 12" descr="C:/Users/PAUL/AppData/Roaming/PolarisOffice/ETemp/9452_7372056/fImage122128778467.jpe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68" y="3895355"/>
            <a:ext cx="4294506" cy="23911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656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C:/Users/PAUL/AppData/Roaming/PolarisOffice/ETemp/9452_7372056/fImage93969876334.gi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84" y="1387927"/>
            <a:ext cx="4452620" cy="1881414"/>
          </a:xfrm>
          <a:prstGeom prst="rect">
            <a:avLst/>
          </a:prstGeom>
          <a:noFill/>
        </p:spPr>
      </p:pic>
      <p:cxnSp>
        <p:nvCxnSpPr>
          <p:cNvPr id="7" name="도형 6"/>
          <p:cNvCxnSpPr>
            <a:endCxn id="8" idx="1"/>
          </p:cNvCxnSpPr>
          <p:nvPr/>
        </p:nvCxnSpPr>
        <p:spPr>
          <a:xfrm flipV="1">
            <a:off x="3511277" y="1361311"/>
            <a:ext cx="2293439" cy="1413170"/>
          </a:xfrm>
          <a:prstGeom prst="bentConnector3">
            <a:avLst>
              <a:gd name="adj1" fmla="val 50000"/>
            </a:avLst>
          </a:prstGeom>
          <a:ln w="539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도형 7"/>
          <p:cNvSpPr>
            <a:spLocks/>
          </p:cNvSpPr>
          <p:nvPr/>
        </p:nvSpPr>
        <p:spPr>
          <a:xfrm>
            <a:off x="5804716" y="1122904"/>
            <a:ext cx="2159181" cy="476814"/>
          </a:xfrm>
          <a:prstGeom prst="roundRect">
            <a:avLst/>
          </a:prstGeom>
          <a:solidFill>
            <a:schemeClr val="tx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0" strike="noStrike" cap="none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포인트 적립 모터</a:t>
            </a:r>
            <a:endParaRPr lang="ko-KR" altLang="en-US" sz="1800" b="0" strike="noStrike" cap="none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0"/>
            <a:ext cx="12192000" cy="899886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1-4. </a:t>
            </a:r>
            <a:r>
              <a:rPr lang="ko-KR" altLang="en-US" dirty="0"/>
              <a:t>교통수단 </a:t>
            </a:r>
            <a:r>
              <a:rPr lang="en-US" altLang="ko-KR" dirty="0"/>
              <a:t>- </a:t>
            </a:r>
            <a:r>
              <a:rPr lang="ko-KR" altLang="en-US" dirty="0"/>
              <a:t>자전거</a:t>
            </a:r>
            <a:r>
              <a:rPr lang="en-US" altLang="ko-KR" dirty="0"/>
              <a:t>, BRT</a:t>
            </a:r>
          </a:p>
        </p:txBody>
      </p:sp>
      <p:sp>
        <p:nvSpPr>
          <p:cNvPr id="11" name="오른쪽 화살표 10"/>
          <p:cNvSpPr/>
          <p:nvPr/>
        </p:nvSpPr>
        <p:spPr>
          <a:xfrm>
            <a:off x="5492250" y="1599718"/>
            <a:ext cx="3304722" cy="205723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다용도 카드를 이용하여 </a:t>
            </a:r>
            <a:r>
              <a:rPr lang="ko-KR" altLang="en-US" dirty="0" smtClean="0"/>
              <a:t>인증 후 자전거 탑승 시간 만큼 포인트 적립</a:t>
            </a:r>
            <a:endParaRPr lang="en-US" altLang="ko-KR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9084219" y="1758383"/>
            <a:ext cx="276225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8000"/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친환경적으로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편리하게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움직</a:t>
            </a:r>
            <a:r>
              <a:rPr lang="ko-KR" altLang="en-US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임</a:t>
            </a:r>
            <a:endParaRPr lang="en-US" altLang="ko-KR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508000"/>
            <a:r>
              <a:rPr lang="en-US" altLang="ko-KR" dirty="0" err="1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동시에</a:t>
            </a:r>
            <a:r>
              <a:rPr lang="en-US" altLang="ko-KR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포인트도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쌓을</a:t>
            </a:r>
            <a:r>
              <a:rPr lang="en-US" altLang="ko-KR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 </a:t>
            </a:r>
            <a:r>
              <a:rPr lang="en-US" altLang="ko-KR" dirty="0" err="1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있는</a:t>
            </a:r>
            <a:r>
              <a:rPr lang="en-US" altLang="ko-KR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정책</a:t>
            </a:r>
            <a:endParaRPr lang="ko-KR" altLang="en-US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/>
            <a:endParaRPr lang="ko-KR" altLang="en-US" dirty="0"/>
          </a:p>
        </p:txBody>
      </p:sp>
      <p:pic>
        <p:nvPicPr>
          <p:cNvPr id="1032" name="Picture 8" descr="https://cache.pakistantoday.com.pk/brt-kp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71" y="3699264"/>
            <a:ext cx="4365933" cy="240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/>
          <p:cNvSpPr/>
          <p:nvPr/>
        </p:nvSpPr>
        <p:spPr>
          <a:xfrm>
            <a:off x="9084219" y="4031782"/>
            <a:ext cx="2762250" cy="1739900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친환경 전기 버스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교통 혼잡 방지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운전자 無로 공간 절약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27" name="오른쪽 화살표 26"/>
          <p:cNvSpPr/>
          <p:nvPr/>
        </p:nvSpPr>
        <p:spPr>
          <a:xfrm>
            <a:off x="5492250" y="3895355"/>
            <a:ext cx="3304722" cy="2057230"/>
          </a:xfrm>
          <a:prstGeom prst="rightArrow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다용도 카드를 이용하여 </a:t>
            </a:r>
            <a:r>
              <a:rPr lang="ko-KR" altLang="en-US" dirty="0" smtClean="0"/>
              <a:t>인증 후 탑승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전기로 움직이는 버스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7954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0"/>
            <a:ext cx="12192000" cy="899886"/>
          </a:xfrm>
          <a:prstGeom prst="rect">
            <a:avLst/>
          </a:prstGeom>
          <a:solidFill>
            <a:schemeClr val="accent6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1-5. </a:t>
            </a:r>
            <a:r>
              <a:rPr lang="ko-KR" altLang="en-US" dirty="0"/>
              <a:t>시민증 </a:t>
            </a:r>
            <a:r>
              <a:rPr lang="en-US" altLang="ko-KR" dirty="0"/>
              <a:t>- </a:t>
            </a:r>
            <a:r>
              <a:rPr lang="ko-KR" altLang="en-US" dirty="0"/>
              <a:t>다용도 세종 카드</a:t>
            </a:r>
            <a:endParaRPr lang="en-US" altLang="ko-KR" dirty="0"/>
          </a:p>
        </p:txBody>
      </p:sp>
      <p:sp>
        <p:nvSpPr>
          <p:cNvPr id="12" name="도형 7"/>
          <p:cNvSpPr>
            <a:spLocks/>
          </p:cNvSpPr>
          <p:nvPr/>
        </p:nvSpPr>
        <p:spPr>
          <a:xfrm>
            <a:off x="525629" y="1721405"/>
            <a:ext cx="2159181" cy="1669282"/>
          </a:xfrm>
          <a:prstGeom prst="roundRect">
            <a:avLst/>
          </a:prstGeom>
          <a:solidFill>
            <a:schemeClr val="tx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0" strike="noStrike" cap="none" dirty="0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포인트 적립 모터</a:t>
            </a:r>
            <a:endParaRPr lang="ko-KR" altLang="en-US" sz="1800" b="0" strike="noStrike" cap="none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5" name="도형 6"/>
          <p:cNvCxnSpPr/>
          <p:nvPr/>
        </p:nvCxnSpPr>
        <p:spPr>
          <a:xfrm>
            <a:off x="3190911" y="2554670"/>
            <a:ext cx="2252709" cy="1376"/>
          </a:xfrm>
          <a:prstGeom prst="bentConnector3">
            <a:avLst>
              <a:gd name="adj1" fmla="val 50000"/>
            </a:avLst>
          </a:prstGeom>
          <a:ln w="539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도형 7"/>
          <p:cNvSpPr>
            <a:spLocks/>
          </p:cNvSpPr>
          <p:nvPr/>
        </p:nvSpPr>
        <p:spPr>
          <a:xfrm>
            <a:off x="5686719" y="1458771"/>
            <a:ext cx="2965678" cy="219179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0">
            <a:solidFill>
              <a:schemeClr val="accent6">
                <a:lumMod val="50000"/>
              </a:schemeClr>
            </a:solidFill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0" strike="noStrike" cap="none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세종시민</a:t>
            </a:r>
            <a:r>
              <a:rPr lang="ko-KR" altLang="en-US" smtClean="0">
                <a:solidFill>
                  <a:schemeClr val="bg1"/>
                </a:solidFill>
                <a:latin typeface="맑은 고딕" charset="0"/>
                <a:ea typeface="맑은 고딕" charset="0"/>
              </a:rPr>
              <a:t>카드</a:t>
            </a:r>
            <a:endParaRPr lang="ko-KR" altLang="en-US" sz="1800" b="0" strike="noStrike" cap="none" dirty="0" smtClean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2052" name="Picture 4" descr="ì¸ì¢ì ìë¯¼ì¹´ë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19676">
            <a:off x="9445183" y="3100607"/>
            <a:ext cx="2307644" cy="345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ì¸ì¢ì ìë¯¼ì¹´ë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4770">
            <a:off x="6381596" y="4229254"/>
            <a:ext cx="234315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08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1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4103914" y="1412421"/>
            <a:ext cx="3984172" cy="4033157"/>
          </a:xfrm>
          <a:prstGeom prst="ellipse">
            <a:avLst/>
          </a:prstGeom>
          <a:solidFill>
            <a:schemeClr val="accent6">
              <a:lumMod val="75000"/>
              <a:alpha val="7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200" dirty="0" smtClean="0"/>
          </a:p>
          <a:p>
            <a:pPr algn="ctr"/>
            <a:r>
              <a:rPr lang="en-US" altLang="ko-KR" sz="3200" dirty="0"/>
              <a:t>2</a:t>
            </a:r>
            <a:r>
              <a:rPr lang="en-US" altLang="ko-KR" sz="3200" dirty="0" smtClean="0"/>
              <a:t> </a:t>
            </a:r>
            <a:endParaRPr lang="en-US" altLang="ko-KR" sz="3200" dirty="0" smtClean="0"/>
          </a:p>
          <a:p>
            <a:pPr algn="ctr"/>
            <a:endParaRPr lang="en-US" altLang="ko-KR" sz="3200" dirty="0" smtClean="0"/>
          </a:p>
          <a:p>
            <a:pPr algn="ctr"/>
            <a:r>
              <a:rPr lang="ko-KR" altLang="en-US" dirty="0"/>
              <a:t>결과물 시연 및 발표</a:t>
            </a:r>
            <a:endParaRPr lang="en-US" altLang="ko-KR" dirty="0"/>
          </a:p>
          <a:p>
            <a:pPr algn="ctr"/>
            <a:endParaRPr lang="en-US" altLang="ko-KR" sz="3200" dirty="0" smtClean="0"/>
          </a:p>
        </p:txBody>
      </p:sp>
    </p:spTree>
    <p:extLst>
      <p:ext uri="{BB962C8B-B14F-4D97-AF65-F5344CB8AC3E}">
        <p14:creationId xmlns:p14="http://schemas.microsoft.com/office/powerpoint/2010/main" val="258214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245</Words>
  <Application>Microsoft Office PowerPoint</Application>
  <PresentationFormat>와이드스크린</PresentationFormat>
  <Paragraphs>63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25</cp:revision>
  <dcterms:created xsi:type="dcterms:W3CDTF">2018-05-17T05:38:07Z</dcterms:created>
  <dcterms:modified xsi:type="dcterms:W3CDTF">2018-05-21T00:57:37Z</dcterms:modified>
</cp:coreProperties>
</file>