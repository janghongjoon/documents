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6651-6340-4251-99FE-60912E13CD33}" type="datetimeFigureOut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F6ADE-5E42-41B7-8CC3-25134330E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464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6651-6340-4251-99FE-60912E13CD33}" type="datetimeFigureOut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F6ADE-5E42-41B7-8CC3-25134330E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4912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6651-6340-4251-99FE-60912E13CD33}" type="datetimeFigureOut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F6ADE-5E42-41B7-8CC3-25134330E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013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6651-6340-4251-99FE-60912E13CD33}" type="datetimeFigureOut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F6ADE-5E42-41B7-8CC3-25134330E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66994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6651-6340-4251-99FE-60912E13CD33}" type="datetimeFigureOut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F6ADE-5E42-41B7-8CC3-25134330E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902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6651-6340-4251-99FE-60912E13CD33}" type="datetimeFigureOut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F6ADE-5E42-41B7-8CC3-25134330E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546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6651-6340-4251-99FE-60912E13CD33}" type="datetimeFigureOut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F6ADE-5E42-41B7-8CC3-25134330E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129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6651-6340-4251-99FE-60912E13CD33}" type="datetimeFigureOut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F6ADE-5E42-41B7-8CC3-25134330E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6601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6651-6340-4251-99FE-60912E13CD33}" type="datetimeFigureOut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F6ADE-5E42-41B7-8CC3-25134330E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330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6651-6340-4251-99FE-60912E13CD33}" type="datetimeFigureOut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F6ADE-5E42-41B7-8CC3-25134330E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131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6651-6340-4251-99FE-60912E13CD33}" type="datetimeFigureOut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F6ADE-5E42-41B7-8CC3-25134330E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165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B6651-6340-4251-99FE-60912E13CD33}" type="datetimeFigureOut">
              <a:rPr lang="ko-KR" altLang="en-US" smtClean="0"/>
              <a:t>2018-05-28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F6ADE-5E42-41B7-8CC3-25134330E4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172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pp inventor 2ì ëí ì´ë¯¸ì§ ê²ìê²°ê³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275" y="854075"/>
            <a:ext cx="504825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425700" y="4368800"/>
            <a:ext cx="7302500" cy="14986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  <a:shade val="30000"/>
                  <a:satMod val="115000"/>
                </a:schemeClr>
              </a:gs>
              <a:gs pos="50000">
                <a:schemeClr val="bg2">
                  <a:lumMod val="90000"/>
                  <a:shade val="67500"/>
                  <a:satMod val="115000"/>
                </a:schemeClr>
              </a:gs>
              <a:gs pos="100000">
                <a:schemeClr val="bg2">
                  <a:lumMod val="90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solidFill>
                  <a:schemeClr val="tx1"/>
                </a:solidFill>
              </a:rPr>
              <a:t>App Inventor</a:t>
            </a:r>
            <a:r>
              <a:rPr lang="ko-KR" altLang="en-US" sz="2400" dirty="0" smtClean="0">
                <a:solidFill>
                  <a:schemeClr val="tx1"/>
                </a:solidFill>
              </a:rPr>
              <a:t> 응용</a:t>
            </a:r>
            <a:r>
              <a:rPr lang="en-US" altLang="ko-KR" sz="2400" dirty="0" smtClean="0">
                <a:solidFill>
                  <a:schemeClr val="tx1"/>
                </a:solidFill>
              </a:rPr>
              <a:t> </a:t>
            </a:r>
            <a:r>
              <a:rPr lang="ko-KR" altLang="en-US" sz="2400" dirty="0" smtClean="0">
                <a:solidFill>
                  <a:schemeClr val="tx1"/>
                </a:solidFill>
              </a:rPr>
              <a:t>어플리케이션 만들기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643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pp inventor 2ì ëí ì´ë¯¸ì§ ê²ìê²°ê³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275" y="854075"/>
            <a:ext cx="5048250" cy="314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2425700" y="4368800"/>
            <a:ext cx="7302500" cy="14986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  <a:shade val="30000"/>
                  <a:satMod val="115000"/>
                </a:schemeClr>
              </a:gs>
              <a:gs pos="50000">
                <a:schemeClr val="bg2">
                  <a:lumMod val="90000"/>
                  <a:shade val="67500"/>
                  <a:satMod val="115000"/>
                </a:schemeClr>
              </a:gs>
              <a:gs pos="100000">
                <a:schemeClr val="bg2">
                  <a:lumMod val="90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solidFill>
                  <a:schemeClr val="tx1"/>
                </a:solidFill>
              </a:rPr>
              <a:t>랭킹 만보기</a:t>
            </a:r>
            <a:endParaRPr lang="ko-KR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9093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25700" y="850900"/>
            <a:ext cx="7302500" cy="53467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  <a:shade val="30000"/>
                  <a:satMod val="115000"/>
                </a:schemeClr>
              </a:gs>
              <a:gs pos="50000">
                <a:schemeClr val="bg2">
                  <a:lumMod val="90000"/>
                  <a:shade val="67500"/>
                  <a:satMod val="115000"/>
                </a:schemeClr>
              </a:gs>
              <a:gs pos="100000">
                <a:schemeClr val="bg2">
                  <a:lumMod val="90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24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2400" dirty="0" smtClean="0">
                <a:solidFill>
                  <a:schemeClr val="tx1"/>
                </a:solidFill>
              </a:rPr>
              <a:t>&lt;</a:t>
            </a:r>
            <a:r>
              <a:rPr lang="ko-KR" altLang="en-US" sz="2400" dirty="0" smtClean="0">
                <a:solidFill>
                  <a:schemeClr val="tx1"/>
                </a:solidFill>
              </a:rPr>
              <a:t>랭킹 만보기</a:t>
            </a:r>
            <a:r>
              <a:rPr lang="en-US" altLang="ko-KR" sz="2400" dirty="0" smtClean="0">
                <a:solidFill>
                  <a:schemeClr val="tx1"/>
                </a:solidFill>
              </a:rPr>
              <a:t>&gt;</a:t>
            </a:r>
          </a:p>
          <a:p>
            <a:pPr algn="ctr"/>
            <a:r>
              <a:rPr lang="ko-KR" altLang="en-US" sz="2400" dirty="0" smtClean="0">
                <a:solidFill>
                  <a:schemeClr val="tx1"/>
                </a:solidFill>
              </a:rPr>
              <a:t> </a:t>
            </a:r>
            <a:endParaRPr lang="en-US" altLang="ko-KR" sz="24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2000" dirty="0" smtClean="0">
                <a:solidFill>
                  <a:schemeClr val="tx1"/>
                </a:solidFill>
              </a:rPr>
              <a:t>폰을 흔들어서 그 횟수로 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2000" dirty="0" smtClean="0">
                <a:solidFill>
                  <a:schemeClr val="tx1"/>
                </a:solidFill>
              </a:rPr>
              <a:t>순위를 매기는 게임 어플리케이션</a:t>
            </a:r>
            <a:endParaRPr lang="en-US" altLang="ko-KR" sz="2000" dirty="0" smtClean="0">
              <a:solidFill>
                <a:schemeClr val="tx1"/>
              </a:solidFill>
            </a:endParaRPr>
          </a:p>
          <a:p>
            <a:pPr algn="ctr"/>
            <a:endParaRPr lang="en-US" altLang="ko-KR" sz="2400" dirty="0" smtClean="0"/>
          </a:p>
          <a:p>
            <a:pPr algn="r"/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097428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25700" y="850900"/>
            <a:ext cx="7302500" cy="53467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  <a:shade val="30000"/>
                  <a:satMod val="115000"/>
                </a:schemeClr>
              </a:gs>
              <a:gs pos="50000">
                <a:schemeClr val="bg2">
                  <a:lumMod val="90000"/>
                  <a:shade val="67500"/>
                  <a:satMod val="115000"/>
                </a:schemeClr>
              </a:gs>
              <a:gs pos="100000">
                <a:schemeClr val="bg2">
                  <a:lumMod val="90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400" dirty="0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&lt;</a:t>
            </a:r>
            <a:r>
              <a:rPr lang="ko-KR" altLang="en-US" sz="2400" dirty="0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모드</a:t>
            </a:r>
            <a:r>
              <a:rPr lang="en-US" altLang="ko-KR" sz="2400" dirty="0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&gt;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dirty="0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&lt;</a:t>
            </a:r>
            <a:r>
              <a:rPr lang="ko-KR" altLang="en-US" sz="2000" dirty="0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제한시간 횟수 게임</a:t>
            </a:r>
            <a:r>
              <a:rPr lang="en-US" altLang="ko-KR" sz="2000" dirty="0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&gt;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dirty="0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제한 시간</a:t>
            </a:r>
            <a:r>
              <a:rPr kumimoji="0" lang="ko-KR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 안에 얼마나 더 많이 횟수를 올려 순위 매김 </a:t>
            </a:r>
            <a:endParaRPr kumimoji="0" lang="en-US" altLang="ko-KR" sz="20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20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&lt;</a:t>
            </a:r>
            <a:r>
              <a:rPr kumimoji="0" lang="ko-KR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누적 횟수 게임</a:t>
            </a:r>
            <a:r>
              <a:rPr kumimoji="0" lang="en-US" altLang="ko-KR" sz="2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</a:rPr>
              <a:t>&gt;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noProof="0" dirty="0" smtClean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제한 시간 없이 횟수를 누적하여 순위 매김</a:t>
            </a:r>
            <a:endParaRPr lang="en-US" altLang="ko-KR" sz="2000" noProof="0" dirty="0" smtClean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0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5828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413000" y="457200"/>
            <a:ext cx="7302500" cy="5588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  <a:shade val="30000"/>
                  <a:satMod val="115000"/>
                </a:schemeClr>
              </a:gs>
              <a:gs pos="50000">
                <a:schemeClr val="bg2">
                  <a:lumMod val="90000"/>
                  <a:shade val="67500"/>
                  <a:satMod val="115000"/>
                </a:schemeClr>
              </a:gs>
              <a:gs pos="100000">
                <a:schemeClr val="bg2">
                  <a:lumMod val="90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solidFill>
                  <a:schemeClr val="tx1"/>
                </a:solidFill>
              </a:rPr>
              <a:t>&lt;</a:t>
            </a:r>
            <a:r>
              <a:rPr lang="ko-KR" altLang="en-US" sz="2400" dirty="0" smtClean="0">
                <a:solidFill>
                  <a:schemeClr val="tx1"/>
                </a:solidFill>
              </a:rPr>
              <a:t>예상 구조</a:t>
            </a:r>
            <a:r>
              <a:rPr lang="en-US" altLang="ko-KR" sz="2400" dirty="0" smtClean="0">
                <a:solidFill>
                  <a:schemeClr val="tx1"/>
                </a:solidFill>
              </a:rPr>
              <a:t>&gt;</a:t>
            </a:r>
            <a:endParaRPr lang="en-US" altLang="ko-KR" sz="2400" dirty="0">
              <a:solidFill>
                <a:schemeClr val="tx1"/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326718" y="1701800"/>
            <a:ext cx="3479800" cy="4711700"/>
            <a:chOff x="939800" y="1308100"/>
            <a:chExt cx="3835400" cy="5105400"/>
          </a:xfrm>
        </p:grpSpPr>
        <p:sp>
          <p:nvSpPr>
            <p:cNvPr id="3" name="직사각형 2"/>
            <p:cNvSpPr/>
            <p:nvPr/>
          </p:nvSpPr>
          <p:spPr>
            <a:xfrm>
              <a:off x="939800" y="1308100"/>
              <a:ext cx="3835400" cy="5105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3441700" y="1593850"/>
              <a:ext cx="520700" cy="4533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제한 </a:t>
              </a:r>
              <a:endParaRPr lang="en-US" altLang="ko-KR" dirty="0" smtClean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게임</a:t>
              </a:r>
              <a:endParaRPr lang="en-US" altLang="ko-KR" dirty="0" smtClean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랭킹</a:t>
              </a:r>
              <a:endParaRPr lang="en-US" altLang="ko-KR" dirty="0" smtClean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텍스트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4108450" y="1593850"/>
              <a:ext cx="520700" cy="45339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누적</a:t>
              </a:r>
              <a:endParaRPr lang="en-US" altLang="ko-KR" dirty="0" smtClean="0">
                <a:solidFill>
                  <a:schemeClr val="tx1"/>
                </a:solidFill>
              </a:endParaRPr>
            </a:p>
            <a:p>
              <a:pPr algn="ctr"/>
              <a:endParaRPr lang="en-US" altLang="ko-KR" dirty="0" smtClean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게임 </a:t>
              </a:r>
              <a:endParaRPr lang="en-US" altLang="ko-KR" dirty="0" smtClean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랭킹</a:t>
              </a:r>
              <a:endParaRPr lang="en-US" altLang="ko-KR" dirty="0" smtClean="0">
                <a:solidFill>
                  <a:schemeClr val="tx1"/>
                </a:solidFill>
              </a:endParaRPr>
            </a:p>
            <a:p>
              <a:pPr algn="ctr"/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텍스트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162050" y="4130676"/>
              <a:ext cx="1191529" cy="7207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>
                  <a:solidFill>
                    <a:schemeClr val="tx1"/>
                  </a:solidFill>
                </a:rPr>
                <a:t>누적 게임 버튼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1162050" y="2719388"/>
              <a:ext cx="1191529" cy="7207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>
                  <a:solidFill>
                    <a:schemeClr val="tx1"/>
                  </a:solidFill>
                </a:rPr>
                <a:t>제한 게임 버튼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4081483" y="1701800"/>
            <a:ext cx="3835400" cy="4711700"/>
            <a:chOff x="4258327" y="1701800"/>
            <a:chExt cx="3835400" cy="4711700"/>
          </a:xfrm>
        </p:grpSpPr>
        <p:sp>
          <p:nvSpPr>
            <p:cNvPr id="12" name="직사각형 11"/>
            <p:cNvSpPr/>
            <p:nvPr/>
          </p:nvSpPr>
          <p:spPr>
            <a:xfrm>
              <a:off x="4258327" y="1701800"/>
              <a:ext cx="3835400" cy="4711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5136540" y="2120004"/>
              <a:ext cx="2078973" cy="1549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횟수 창 텍스트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4520589" y="4306715"/>
              <a:ext cx="3310873" cy="3668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>
                  <a:solidFill>
                    <a:schemeClr val="tx1"/>
                  </a:solidFill>
                </a:rPr>
                <a:t>이름 입력란 텍스트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2" name="직사각형 21"/>
            <p:cNvSpPr/>
            <p:nvPr/>
          </p:nvSpPr>
          <p:spPr>
            <a:xfrm>
              <a:off x="5590143" y="4971862"/>
              <a:ext cx="1171764" cy="502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>
                  <a:solidFill>
                    <a:schemeClr val="tx1"/>
                  </a:solidFill>
                </a:rPr>
                <a:t>홈 스크린 이동 버튼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그룹 23"/>
          <p:cNvGrpSpPr/>
          <p:nvPr/>
        </p:nvGrpSpPr>
        <p:grpSpPr>
          <a:xfrm>
            <a:off x="8137566" y="1701800"/>
            <a:ext cx="3835400" cy="4711700"/>
            <a:chOff x="4258327" y="1701800"/>
            <a:chExt cx="3835400" cy="4711700"/>
          </a:xfrm>
        </p:grpSpPr>
        <p:sp>
          <p:nvSpPr>
            <p:cNvPr id="25" name="직사각형 24"/>
            <p:cNvSpPr/>
            <p:nvPr/>
          </p:nvSpPr>
          <p:spPr>
            <a:xfrm>
              <a:off x="4258327" y="1701800"/>
              <a:ext cx="3835400" cy="47117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5136540" y="2120004"/>
              <a:ext cx="2078973" cy="1549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 smtClean="0">
                  <a:solidFill>
                    <a:schemeClr val="tx1"/>
                  </a:solidFill>
                </a:rPr>
                <a:t>횟수 창 텍스트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4520589" y="4306715"/>
              <a:ext cx="3310873" cy="36688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>
                  <a:solidFill>
                    <a:schemeClr val="tx1"/>
                  </a:solidFill>
                </a:rPr>
                <a:t>이름 입력란 텍스트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5590143" y="4971862"/>
              <a:ext cx="1171764" cy="50270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 smtClean="0">
                  <a:solidFill>
                    <a:schemeClr val="tx1"/>
                  </a:solidFill>
                </a:rPr>
                <a:t>홈 스크린 이동 버튼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39" name="직사각형 38"/>
          <p:cNvSpPr/>
          <p:nvPr/>
        </p:nvSpPr>
        <p:spPr>
          <a:xfrm>
            <a:off x="9613900" y="3796821"/>
            <a:ext cx="1027246" cy="38247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타이머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9388514" y="1192842"/>
            <a:ext cx="1478018" cy="3824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제한 </a:t>
            </a:r>
            <a:r>
              <a:rPr lang="ko-KR" altLang="en-US" sz="1200" dirty="0">
                <a:solidFill>
                  <a:schemeClr val="tx1"/>
                </a:solidFill>
              </a:rPr>
              <a:t>게임 </a:t>
            </a:r>
            <a:r>
              <a:rPr lang="ko-KR" altLang="en-US" sz="1200" dirty="0" smtClean="0">
                <a:solidFill>
                  <a:schemeClr val="tx1"/>
                </a:solidFill>
              </a:rPr>
              <a:t>스크린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341899" y="1180346"/>
            <a:ext cx="1444701" cy="3824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누적 </a:t>
            </a:r>
            <a:r>
              <a:rPr lang="ko-KR" altLang="en-US" sz="1200" dirty="0" smtClean="0">
                <a:solidFill>
                  <a:schemeClr val="tx1"/>
                </a:solidFill>
              </a:rPr>
              <a:t>게임 스크린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1552995" y="1180142"/>
            <a:ext cx="1027246" cy="3824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홈 스크린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48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425700" y="850900"/>
            <a:ext cx="7302500" cy="53467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  <a:shade val="30000"/>
                  <a:satMod val="115000"/>
                </a:schemeClr>
              </a:gs>
              <a:gs pos="50000">
                <a:schemeClr val="bg2">
                  <a:lumMod val="90000"/>
                  <a:shade val="67500"/>
                  <a:satMod val="115000"/>
                </a:schemeClr>
              </a:gs>
              <a:gs pos="100000">
                <a:schemeClr val="bg2">
                  <a:lumMod val="90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solidFill>
                  <a:schemeClr val="tx1"/>
                </a:solidFill>
              </a:rPr>
              <a:t>QnA</a:t>
            </a:r>
            <a:endParaRPr lang="en-US" altLang="ko-KR" sz="2400" dirty="0" smtClean="0">
              <a:solidFill>
                <a:schemeClr val="tx1"/>
              </a:solidFill>
            </a:endParaRPr>
          </a:p>
          <a:p>
            <a:pPr algn="r"/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4521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98</Words>
  <Application>Microsoft Office PowerPoint</Application>
  <PresentationFormat>와이드스크린</PresentationFormat>
  <Paragraphs>42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8</cp:revision>
  <dcterms:created xsi:type="dcterms:W3CDTF">2018-05-17T14:05:37Z</dcterms:created>
  <dcterms:modified xsi:type="dcterms:W3CDTF">2018-05-28T03:43:29Z</dcterms:modified>
</cp:coreProperties>
</file>