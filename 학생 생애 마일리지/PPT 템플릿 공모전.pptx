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9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0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84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48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81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37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09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95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94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23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81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20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689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0DE26-B85A-4AD5-A479-DCA7754A3836}" type="datetimeFigureOut">
              <a:rPr lang="ko-KR" altLang="en-US" smtClean="0"/>
              <a:t>2018-06-19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5188C-FB6B-41E1-BC42-D17E329AB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04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78400" y="1269000"/>
            <a:ext cx="44352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bg2">
                    <a:lumMod val="10000"/>
                  </a:schemeClr>
                </a:solidFill>
              </a:rPr>
              <a:t>여름엔 포장지 </a:t>
            </a:r>
            <a:r>
              <a:rPr lang="ko-KR" altLang="en-US" sz="2800" dirty="0" err="1" smtClean="0">
                <a:solidFill>
                  <a:schemeClr val="bg2">
                    <a:lumMod val="10000"/>
                  </a:schemeClr>
                </a:solidFill>
              </a:rPr>
              <a:t>알바하러</a:t>
            </a:r>
            <a:r>
              <a:rPr lang="en-US" altLang="ko-KR" sz="2800" dirty="0" smtClean="0">
                <a:solidFill>
                  <a:schemeClr val="bg2">
                    <a:lumMod val="10000"/>
                  </a:schemeClr>
                </a:solidFill>
              </a:rPr>
              <a:t>..</a:t>
            </a:r>
          </a:p>
          <a:p>
            <a:pPr algn="ctr"/>
            <a:endParaRPr lang="en-US" altLang="ko-KR" sz="28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300" dirty="0" err="1" smtClean="0">
                <a:solidFill>
                  <a:schemeClr val="bg2">
                    <a:lumMod val="10000"/>
                  </a:schemeClr>
                </a:solidFill>
              </a:rPr>
              <a:t>장홍준</a:t>
            </a:r>
            <a:r>
              <a:rPr lang="ko-KR" altLang="en-US" sz="130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altLang="ko-KR" sz="1300" dirty="0" smtClean="0">
                <a:solidFill>
                  <a:schemeClr val="bg2">
                    <a:lumMod val="10000"/>
                  </a:schemeClr>
                </a:solidFill>
              </a:rPr>
              <a:t/>
            </a:r>
            <a:br>
              <a:rPr lang="en-US" altLang="ko-KR" sz="1300" dirty="0" smtClean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altLang="ko-KR" sz="1300" dirty="0" smtClean="0">
                <a:solidFill>
                  <a:schemeClr val="bg2">
                    <a:lumMod val="10000"/>
                  </a:schemeClr>
                </a:solidFill>
              </a:rPr>
              <a:t>2018575075</a:t>
            </a:r>
            <a:endParaRPr lang="ko-KR" alt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63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60771" y="2199024"/>
            <a:ext cx="2138766" cy="2096146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1. </a:t>
            </a:r>
            <a:r>
              <a:rPr lang="ko-KR" altLang="en-US" sz="1600" dirty="0" smtClean="0">
                <a:solidFill>
                  <a:schemeClr val="tx1"/>
                </a:solidFill>
              </a:rPr>
              <a:t>알바의 목적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타원 3"/>
          <p:cNvSpPr/>
          <p:nvPr/>
        </p:nvSpPr>
        <p:spPr>
          <a:xfrm>
            <a:off x="3437711" y="2199024"/>
            <a:ext cx="2138766" cy="2096146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2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  <a:r>
              <a:rPr lang="ko-KR" altLang="en-US" sz="1600" dirty="0" smtClean="0">
                <a:solidFill>
                  <a:schemeClr val="tx1"/>
                </a:solidFill>
              </a:rPr>
              <a:t>알바의 종류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6807241" y="2194029"/>
            <a:ext cx="2138766" cy="2096146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일</a:t>
            </a:r>
            <a:r>
              <a:rPr lang="ko-KR" altLang="en-US" sz="1600" dirty="0" smtClean="0">
                <a:solidFill>
                  <a:schemeClr val="tx1"/>
                </a:solidFill>
              </a:rPr>
              <a:t>의 강도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9967625" y="2193111"/>
            <a:ext cx="2138766" cy="2096146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4</a:t>
            </a:r>
            <a:r>
              <a:rPr lang="en-US" altLang="ko-KR" sz="1600" dirty="0" smtClean="0">
                <a:solidFill>
                  <a:schemeClr val="tx1"/>
                </a:solidFill>
              </a:rPr>
              <a:t>. </a:t>
            </a:r>
            <a:r>
              <a:rPr lang="ko-KR" altLang="en-US" sz="1600" dirty="0" smtClean="0">
                <a:solidFill>
                  <a:schemeClr val="tx1"/>
                </a:solidFill>
              </a:rPr>
              <a:t>각오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2408621" y="3301543"/>
            <a:ext cx="851404" cy="918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9031114" y="3240266"/>
            <a:ext cx="851404" cy="918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5798584" y="3301543"/>
            <a:ext cx="851404" cy="918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75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5646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ko-KR" altLang="en-US" sz="3200" dirty="0" smtClean="0">
                <a:solidFill>
                  <a:schemeClr val="bg2">
                    <a:lumMod val="10000"/>
                  </a:schemeClr>
                </a:solidFill>
              </a:rPr>
              <a:t>알바의 목적 </a:t>
            </a:r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400" dirty="0" smtClean="0">
                <a:solidFill>
                  <a:schemeClr val="bg2">
                    <a:lumMod val="10000"/>
                  </a:schemeClr>
                </a:solidFill>
              </a:rPr>
              <a:t>날짜 </a:t>
            </a:r>
            <a:r>
              <a:rPr lang="en-US" altLang="ko-KR" sz="2400" dirty="0" smtClean="0">
                <a:solidFill>
                  <a:schemeClr val="bg2">
                    <a:lumMod val="10000"/>
                  </a:schemeClr>
                </a:solidFill>
              </a:rPr>
              <a:t>: 2018.06.09 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싱가포르 여행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이 가고 싶어졌다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 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그래서 돈이 필요한데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..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싱가포르에 필요한 여비가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.. </a:t>
            </a:r>
            <a:r>
              <a:rPr lang="en-US" altLang="ko-KR" sz="2000" b="1" dirty="0" smtClean="0">
                <a:solidFill>
                  <a:schemeClr val="bg2">
                    <a:lumMod val="10000"/>
                  </a:schemeClr>
                </a:solidFill>
              </a:rPr>
              <a:t>200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만원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싸도 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100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만원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...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근데 너무 가고 싶다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ko-KR" alt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1667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67263">
            <a:off x="9269515" y="992564"/>
            <a:ext cx="2266008" cy="150792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030" name="Picture 6" descr="ì±ê°í¬ë¥´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1800">
            <a:off x="8873304" y="4410144"/>
            <a:ext cx="2720653" cy="153776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ì±ê°í¬ë¥´ì ëí ì´ë¯¸ì§ ê²ìê²°ê³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88976">
            <a:off x="7007531" y="2664430"/>
            <a:ext cx="2750326" cy="152913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72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5646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 smtClean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ko-KR" altLang="en-US" sz="3200" dirty="0" smtClean="0">
                <a:solidFill>
                  <a:schemeClr val="bg2">
                    <a:lumMod val="10000"/>
                  </a:schemeClr>
                </a:solidFill>
              </a:rPr>
              <a:t>알바의 종류 </a:t>
            </a:r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400" dirty="0" smtClean="0">
                <a:solidFill>
                  <a:schemeClr val="bg2">
                    <a:lumMod val="10000"/>
                  </a:schemeClr>
                </a:solidFill>
              </a:rPr>
              <a:t>날짜 </a:t>
            </a:r>
            <a:r>
              <a:rPr lang="en-US" altLang="ko-KR" sz="2400" dirty="0" smtClean="0">
                <a:solidFill>
                  <a:schemeClr val="bg2">
                    <a:lumMod val="10000"/>
                  </a:schemeClr>
                </a:solidFill>
              </a:rPr>
              <a:t>: 2018.06.13 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결국 일자리를 구했다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 </a:t>
            </a:r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기계를 덮는 큰 포장지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를 만드는 곳이다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일이 정말 고되 보였다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  <a:p>
            <a:pPr algn="ctr"/>
            <a:endParaRPr lang="ko-KR" alt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1667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074" name="Picture 2" descr="working icon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062" y="2302535"/>
            <a:ext cx="1843706" cy="225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33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5646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altLang="ko-KR" sz="3200" dirty="0" smtClean="0">
                <a:solidFill>
                  <a:schemeClr val="bg2">
                    <a:lumMod val="10000"/>
                  </a:schemeClr>
                </a:solidFill>
              </a:rPr>
              <a:t>. </a:t>
            </a:r>
            <a:r>
              <a:rPr lang="ko-KR" altLang="en-US" sz="3200" dirty="0" smtClean="0">
                <a:solidFill>
                  <a:schemeClr val="bg2">
                    <a:lumMod val="10000"/>
                  </a:schemeClr>
                </a:solidFill>
              </a:rPr>
              <a:t>일의 강도</a:t>
            </a:r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400" dirty="0" smtClean="0">
                <a:solidFill>
                  <a:schemeClr val="bg2">
                    <a:lumMod val="10000"/>
                  </a:schemeClr>
                </a:solidFill>
              </a:rPr>
              <a:t>날짜 </a:t>
            </a:r>
            <a:r>
              <a:rPr lang="en-US" altLang="ko-KR" sz="2400" dirty="0" smtClean="0">
                <a:solidFill>
                  <a:schemeClr val="bg2">
                    <a:lumMod val="10000"/>
                  </a:schemeClr>
                </a:solidFill>
              </a:rPr>
              <a:t>: 2018.06.14 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설명을 들으러 공장을 방문했다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예상대로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힘들어 보였다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 </a:t>
            </a: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일단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아침 </a:t>
            </a:r>
            <a:r>
              <a:rPr lang="en-US" altLang="ko-KR" sz="2000" b="1" dirty="0" smtClean="0">
                <a:solidFill>
                  <a:schemeClr val="bg2">
                    <a:lumMod val="10000"/>
                  </a:schemeClr>
                </a:solidFill>
              </a:rPr>
              <a:t>8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시 출근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에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저녁 </a:t>
            </a:r>
            <a:r>
              <a:rPr lang="en-US" altLang="ko-KR" sz="2000" b="1" dirty="0" smtClean="0">
                <a:solidFill>
                  <a:schemeClr val="bg2">
                    <a:lumMod val="10000"/>
                  </a:schemeClr>
                </a:solidFill>
              </a:rPr>
              <a:t>6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시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까지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 일해</a:t>
            </a:r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야 하고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혹시 원단이 남으면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끝까지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 하고 </a:t>
            </a:r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가야 한단다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추가 수당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은 주신다고 하셨다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1667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098" name="Picture 2" descr="tired iconì ëí ì´ë¯¸ì§ ê²ìê²°ê³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66" y="2727702"/>
            <a:ext cx="1783502" cy="178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0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5646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 smtClean="0">
                <a:solidFill>
                  <a:schemeClr val="bg2">
                    <a:lumMod val="10000"/>
                  </a:schemeClr>
                </a:solidFill>
              </a:rPr>
              <a:t>4. </a:t>
            </a:r>
            <a:r>
              <a:rPr lang="ko-KR" altLang="en-US" sz="3200" dirty="0" smtClean="0">
                <a:solidFill>
                  <a:schemeClr val="bg2">
                    <a:lumMod val="10000"/>
                  </a:schemeClr>
                </a:solidFill>
              </a:rPr>
              <a:t>각오</a:t>
            </a:r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32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400" dirty="0" smtClean="0">
                <a:solidFill>
                  <a:schemeClr val="bg2">
                    <a:lumMod val="10000"/>
                  </a:schemeClr>
                </a:solidFill>
              </a:rPr>
              <a:t>날짜 </a:t>
            </a:r>
            <a:r>
              <a:rPr lang="en-US" altLang="ko-KR" sz="2400" dirty="0" smtClean="0">
                <a:solidFill>
                  <a:schemeClr val="bg2">
                    <a:lumMod val="10000"/>
                  </a:schemeClr>
                </a:solidFill>
              </a:rPr>
              <a:t>: 2018.08.20 </a:t>
            </a:r>
          </a:p>
          <a:p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안녕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.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미래의 나야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드디어 싱가포르에서 </a:t>
            </a:r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일기를 적는 구나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 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똑같은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포장지를 지겹</a:t>
            </a:r>
            <a:endParaRPr lang="en-US" altLang="ko-KR" sz="2000" b="1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도록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 보고 있다가 두 달이 어떻게 지나갔</a:t>
            </a:r>
            <a:endParaRPr lang="en-US" altLang="ko-KR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dirty="0" err="1" smtClean="0">
                <a:solidFill>
                  <a:schemeClr val="bg2">
                    <a:lumMod val="10000"/>
                  </a:schemeClr>
                </a:solidFill>
              </a:rPr>
              <a:t>는지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 기억도 나지 않는다</a:t>
            </a:r>
            <a:r>
              <a:rPr lang="en-US" altLang="ko-KR" sz="2000" dirty="0" smtClean="0">
                <a:solidFill>
                  <a:schemeClr val="bg2">
                    <a:lumMod val="10000"/>
                  </a:schemeClr>
                </a:solidFill>
              </a:rPr>
              <a:t>… </a:t>
            </a:r>
            <a:r>
              <a:rPr lang="ko-KR" altLang="en-US" sz="2000" dirty="0" smtClean="0">
                <a:solidFill>
                  <a:schemeClr val="bg2">
                    <a:lumMod val="10000"/>
                  </a:schemeClr>
                </a:solidFill>
              </a:rPr>
              <a:t>꼭 </a:t>
            </a: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싱가포르에</a:t>
            </a:r>
            <a:endParaRPr lang="en-US" altLang="ko-KR" sz="2000" b="1" dirty="0" smtClean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sz="2000" b="1" dirty="0" smtClean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서 즐기고 있길 바랄게</a:t>
            </a:r>
            <a:r>
              <a:rPr lang="en-US" altLang="ko-KR" sz="2000" b="1" dirty="0" smtClean="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16671" y="371959"/>
            <a:ext cx="5021451" cy="616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122" name="Picture 2" descr="success icon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938" y="136427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ì±ê°í¬ë¥´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61267">
            <a:off x="9087563" y="3481852"/>
            <a:ext cx="1953913" cy="110438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ì±ê°í¬ë¥´ì ëí ì´ë¯¸ì§ ê²ìê²°ê³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82137">
            <a:off x="7406492" y="3294909"/>
            <a:ext cx="2063857" cy="114747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226" y="4045604"/>
            <a:ext cx="1541435" cy="102575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258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78400" y="1269000"/>
            <a:ext cx="44352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>
                <a:solidFill>
                  <a:schemeClr val="bg2">
                    <a:lumMod val="10000"/>
                  </a:schemeClr>
                </a:solidFill>
              </a:rPr>
              <a:t>FIN</a:t>
            </a:r>
            <a:endParaRPr lang="ko-KR" alt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74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157</Words>
  <Application>Microsoft Office PowerPoint</Application>
  <PresentationFormat>와이드스크린</PresentationFormat>
  <Paragraphs>54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16</cp:revision>
  <dcterms:created xsi:type="dcterms:W3CDTF">2018-06-19T06:19:39Z</dcterms:created>
  <dcterms:modified xsi:type="dcterms:W3CDTF">2018-06-19T09:02:57Z</dcterms:modified>
</cp:coreProperties>
</file>